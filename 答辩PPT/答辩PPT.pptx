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164592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0F1F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CA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齐鲁工业大学 机械学院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学士学位论文答辩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智能仓储举升式AGV小车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的设计与控制研究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86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答辩人：王同学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指导教师：XXX 教授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汇报大纲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274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977640" cy="10058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3258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70432" y="1298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电商物流现状 · AGV市场分析 · 研究动机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3977640" cy="10058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54864" cy="10058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3258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22392" y="1298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AGV总体设计方案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22392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技术指标 · 驱动选型 · 系统架构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3977640" cy="10058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04288"/>
            <a:ext cx="54864" cy="10058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44144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70432" y="24140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机械结构与电气系统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2807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底盘/升降/旋转机构 · STM32主控 · 电机与传感器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304288"/>
            <a:ext cx="3977640" cy="10058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304288"/>
            <a:ext cx="54864" cy="10058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3" name="Text 21"/>
          <p:cNvSpPr/>
          <p:nvPr/>
        </p:nvSpPr>
        <p:spPr>
          <a:xfrm>
            <a:off x="4910328" y="244144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22392" y="24140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运动学建模与仿真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22392" y="2807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差速底盘运动学 · 四种典型轨迹仿真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19856"/>
            <a:ext cx="3977640" cy="10058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19856"/>
            <a:ext cx="54864" cy="10058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55701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70432" y="35295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PID控制算法分析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70432" y="39227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双环PID控制器 · 扰动条件下目标跟踪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419856"/>
            <a:ext cx="3977640" cy="10058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419856"/>
            <a:ext cx="54864" cy="10058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3" name="Text 31"/>
          <p:cNvSpPr/>
          <p:nvPr/>
        </p:nvSpPr>
        <p:spPr>
          <a:xfrm>
            <a:off x="4910328" y="355701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22392" y="35295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结论与展望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22392" y="39227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 · 不足与改进 · 应用前景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 &amp; Significance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274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3840480" cy="868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15.5万亿元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2024年网络零售额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同比增长7.2%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3840480" cy="868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86000"/>
            <a:ext cx="54864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95.49亿元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中国AGV市场规模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2019-2024年翻倍增长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3840480" cy="868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37560"/>
            <a:ext cx="54864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12年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连续保持全球最大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网络零售市场地位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234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AGV在智能仓储中的价值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63440" y="17373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提升作业效率与准确率，降低人力成本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适应复杂仓储环境，实现7	imes 24连续作业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高空间利用率，满足狭窄通道通行需求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融合传感器技术，保障运行安全性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与WMS/WCS系统对接，实现智能化调度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160520"/>
            <a:ext cx="41148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研究方向：举升式AGV结构设计 + 差速驱动运动学 + PID控制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国内外研究现状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274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0" cy="32918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国内研究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20世纪70年代末起步，近年从仿制走向自主创新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京东、阿里等企业布局仓储机器人产业链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导航：磁条/二维码 -&gt; 激光SLAM/视觉SLAM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算法：改进A*、遗传算法、蚁群算法、黏菌算法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趋势：5G+IoT+AI深度融合，多机协同调度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2918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234440"/>
            <a:ext cx="4023360" cy="4572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国外研究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亚马逊Kiva系统推动货架到人模式发展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Magazino、波士顿动力等机构深入探索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路径规划：启发式搜索、群智能优化、强化学习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DQN/DDQN等深度强化学习方法增强适应性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趋势：分布式协作、云端协同、AI深度集成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Content &amp; Methodology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274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14173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27432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280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总体方案设计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需求分析与技术指标确定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差速驱动底盘选型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系统总体架构设计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1188720"/>
            <a:ext cx="2743200" cy="14173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188720"/>
            <a:ext cx="27432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280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21608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机械结构设计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底盘/驱动轮/升降/旋转机构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Q235A支撑梁有限元分析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罩壳与减振机构设计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25896" y="1188720"/>
            <a:ext cx="2743200" cy="14173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188720"/>
            <a:ext cx="27432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1280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74536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电气系统设计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8776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STM32F103C8T6主控选型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SMC80S伺服电机与ZJPX115减速器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TCRT5000红外+HC-SR04超声传感器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715768"/>
            <a:ext cx="2743200" cy="14173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715768"/>
            <a:ext cx="27432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2807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2825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运动学建模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1729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差速底盘运动学方程推导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MATLAB四轨迹仿真验证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直线/圆弧/S形/8字形轨迹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72968" y="2715768"/>
            <a:ext cx="2743200" cy="14173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2715768"/>
            <a:ext cx="27432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2807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721608" y="2825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PID控制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5848" y="31729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位置外环+姿态环+轮速内环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双轮独立PID闭环控制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扰动条件下跟踪性能验证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25896" y="2715768"/>
            <a:ext cx="2743200" cy="14173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25896" y="2715768"/>
            <a:ext cx="27432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3" name="Text 31"/>
          <p:cNvSpPr/>
          <p:nvPr/>
        </p:nvSpPr>
        <p:spPr>
          <a:xfrm>
            <a:off x="6190488" y="2807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574536" y="2825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结论与展望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08776" y="31729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全文工作总结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不足分析与改进方向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应用前景展望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315968"/>
            <a:ext cx="850392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研究方法：理论分析 -&gt; 数值仿真（MATLAB/Simulink）-&gt; 三维建模 -&gt; 文献调研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AGV总体设计方案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Overall Design Scheme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27432"/>
          </a:xfrm>
          <a:prstGeom prst="rect">
            <a:avLst/>
          </a:prstGeom>
          <a:solidFill>
            <a:srgbClr val="48CAE4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68580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  <a:gridCol w="1417320"/>
                <a:gridCol w="1325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最大外形尺寸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额定载重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举升行程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最大速度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1x1x1 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kg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 kg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 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m/min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双轮差速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驱动方式对比选型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560320"/>
            <a:ext cx="2697480" cy="2011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560320"/>
            <a:ext cx="2697480" cy="41148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560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单轮驱动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优点：结构简单，可靠性高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缺点：转弯半径大，灵活性差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适用：固定路径、轻载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2560320"/>
            <a:ext cx="2697480" cy="2011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560320"/>
            <a:ext cx="2697480" cy="4114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1"/>
          <p:cNvSpPr/>
          <p:nvPr/>
        </p:nvSpPr>
        <p:spPr>
          <a:xfrm>
            <a:off x="3246120" y="2560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差速驱动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29000" y="3063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优点：零转弯半径，灵活性强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缺点：轮子磨损较快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适用：狭窄通道、频繁转弯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2560320"/>
            <a:ext cx="2697480" cy="2011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560320"/>
            <a:ext cx="2697480" cy="41148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2560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全方位驱动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09360" y="3063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优点：全方向行驶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缺点：结构复杂，成本高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适用：高密度仓储场景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AGV机械结构设计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Mechanical Structure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274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88720"/>
            <a:ext cx="1993392" cy="15544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1993392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移动底盘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焊接钢架+15mm钢板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双驱动轮+四万向轮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减振机构设计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1188720"/>
            <a:ext cx="1993392" cy="15544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188720"/>
            <a:ext cx="1993392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128016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驱动轮组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33472" y="164592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45号钢壳体(2mm)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左右对称独立电机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直线轴承导向结构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72584" y="1188720"/>
            <a:ext cx="1993392" cy="15544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1188720"/>
            <a:ext cx="1993392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128016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升降与旋转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9744" y="164592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叉剪式升降机构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电机驱动+齿轮传动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限位开关+编码器反馈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48856" y="1188720"/>
            <a:ext cx="1993392" cy="15544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48856" y="1188720"/>
            <a:ext cx="1993392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86016" y="128016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罩壳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86016" y="164592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轻质高强度材料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碰撞防护+防尘防潮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操作面板+指示灯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支撑梁有限元分析 (Q235A钢)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3337560"/>
            <a:ext cx="1993392" cy="12344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3429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1125 N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0040" y="38862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设计载荷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42062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安全系数1.02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96312" y="3337560"/>
            <a:ext cx="1993392" cy="12344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96312" y="3429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9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4.89 MPa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496312" y="38862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最大应力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96312" y="42062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屈服235 MPa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72584" y="3337560"/>
            <a:ext cx="1993392" cy="12344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72584" y="3429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9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0.0015 mm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672584" y="38862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最大位移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72584" y="42062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几乎无形变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48856" y="3337560"/>
            <a:ext cx="1993392" cy="12344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48856" y="3429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9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2.27x10^{-5}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48856" y="38862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最大应变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48856" y="42062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弹性范围内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AGV电气系统设计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Electrical System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274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主控制器：STM32F103C8T6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Cortex-M3内核 . 72MHz主频 . 32位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64KB Flash . 20KB RAM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37个I/O口 . 12位ADC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USART/SPI/I2C通信接口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电机与减速器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伺服电机：SMC80S-0040-30AoK-3DKH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额定功率400W . 转速3000rpm . 转矩1.27Nm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减速器：ZJPX115 二级精密行星 (i=40)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驱动：FD123系列 . 位置/速度/转矩三闭环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传感器配置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023360" cy="82296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00200"/>
            <a:ext cx="54864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627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TCRT5000 红外传感器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901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检测距离1-25mm . 数字量输出 . 近距离障碍物检测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560320"/>
            <a:ext cx="4023360" cy="82296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560320"/>
            <a:ext cx="54864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587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HC-SR04 超声波传感器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862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测距2cm-4m . 精度3mm . 中远距离环境感知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控制电路设计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931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电源电路 (LDO ME6211C33)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时钟电路 (8MHz外部晶振)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BOOT启动电路 . SWD调试接口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传感器接口电路 . PWM电机驱动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运动学建模与仿真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Kinematics Modeling &amp; Simulation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274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差速底盘运动学方程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线速度：v = (vR + vL) / 2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角速度：w = (vR - vL) / L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位姿：x' = v.cos0  y' = v.sin0  0' = 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4114800" cy="9144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仿真参数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轮半径 r = 0.09 m  |  轮距 L = 0.52 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积分步长 0.01 s  |  总时间 20 s  |  前向欧拉积分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典型轨迹仿真结果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00200"/>
          <a:ext cx="3931920" cy="1463040"/>
        </p:xfrm>
        <a:graphic>
          <a:graphicData uri="http://schemas.openxmlformats.org/drawingml/2006/table">
            <a:tbl>
              <a:tblPr/>
              <a:tblGrid>
                <a:gridCol w="777240"/>
                <a:gridCol w="1005840"/>
                <a:gridCol w="105156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路径长度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最大曲率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9.0 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9.0 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圆弧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7.0 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1.521 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1.286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 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5.269 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8字形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7.6 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5.817 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1.842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46320" y="3246120"/>
            <a:ext cx="3931920" cy="13258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3246120"/>
            <a:ext cx="393192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3319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仿真结论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0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直线/圆弧 -&gt; 验证基础直行与稳态转弯能力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S形/8字 -&gt; 验证连续变曲率姿态调整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通过左右轮速差实现灵活转向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PID运动控制算法分析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Control Algorithm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274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双轮差速PID控制器结构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1280160" cy="868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54480"/>
            <a:ext cx="128016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276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XY位置控制器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计算目标航向角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600200" y="169164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19072" y="1554480"/>
            <a:ext cx="1280160" cy="868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19072" y="1554480"/>
            <a:ext cx="128016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1719072" y="16276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姿态角控制器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19072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输出角速度指令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999232" y="169164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18104" y="1554480"/>
            <a:ext cx="1280160" cy="868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18104" y="1554480"/>
            <a:ext cx="128016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9" name="Text 17"/>
          <p:cNvSpPr/>
          <p:nvPr/>
        </p:nvSpPr>
        <p:spPr>
          <a:xfrm>
            <a:off x="3118104" y="16276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分速度模块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18104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分配左右轮目标转速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398264" y="169164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17136" y="1554480"/>
            <a:ext cx="1280160" cy="868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17136" y="1554480"/>
            <a:ext cx="128016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4" name="Text 22"/>
          <p:cNvSpPr/>
          <p:nvPr/>
        </p:nvSpPr>
        <p:spPr>
          <a:xfrm>
            <a:off x="4517136" y="16276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左轮PID控制器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17136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左轮转速闭环调节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97296" y="169164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16168" y="1554480"/>
            <a:ext cx="1280160" cy="868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16168" y="1554480"/>
            <a:ext cx="128016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9" name="Text 27"/>
          <p:cNvSpPr/>
          <p:nvPr/>
        </p:nvSpPr>
        <p:spPr>
          <a:xfrm>
            <a:off x="5916168" y="16276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右轮PID控制器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16168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右轮转速闭环调节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196328" y="169164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0" y="1554480"/>
            <a:ext cx="1280160" cy="8686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0" y="1554480"/>
            <a:ext cx="128016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0" y="16276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运动学模型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积分更新位姿(x,y,0)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65760" y="2606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PID参数配置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轮速PID：Kp=3.0  Ki=1.2  Kd=0.03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姿态PID：Kp=4.0  Ki=0.3  Kd=0.05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线速度限幅 +-0.5 m/s  |  角速度限幅 +-1.5 rad/s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仿真验证结果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46320" y="2926080"/>
            <a:ext cx="4023360" cy="16916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9" name="Shape 37"/>
          <p:cNvSpPr/>
          <p:nvPr/>
        </p:nvSpPr>
        <p:spPr>
          <a:xfrm>
            <a:off x="4846320" y="2926080"/>
            <a:ext cx="402336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301752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仿真环境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06440" y="30175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MATLAB/Simulink . 20s . 目标点(2,0)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0" y="327355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扰动条件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06440" y="327355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脉冲力(振幅2,周期20s) + 左右轮不对称负载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9200" y="352958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轨迹表现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06440" y="352958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从原点逼近目标，受扰动后实时修正姿态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0" y="3785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轮速响应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06440" y="378561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直行时左右轮力接近；修正时输出显著差异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029200" y="404164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传感器逻辑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06440" y="404164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距离&lt;=0.5m时输出1，实现目标到达判定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29200" y="4297680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综合结论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806440" y="42976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PID实现扰动条件下有效目标跟踪与稳定控制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结论与展望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Conclusions &amp; Outlook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274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88720"/>
            <a:ext cx="2697480" cy="33832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88720"/>
            <a:ext cx="2697480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完成AGV总体方案设计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确定双轮差速驱动方案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完成机械结构完整设计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含底盘/升降/旋转/罩壳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完成电气系统选型设计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主控/电机/传感器/电路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建立运动学模型并仿真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四种轨迹验证运动特性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设计PID控制策略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扰动条件下验证有效性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97480" cy="33832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不足与改进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尚未完成实体样机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搭建与实物测试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模型仅为二维运动学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缺少动力学/摩擦模型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PID参数整定依赖经验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缺少自适应优化机制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多目标路径切换、动态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避障等场景未覆盖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软件：编码器测速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传感器融合待完善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97480" cy="33832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0" y="1188720"/>
            <a:ext cx="2697480" cy="4572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应用展望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中小型仓储、车间配送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产线转运等场景应用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引入模糊PID/MPC等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高级控制策略优化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扩展视觉+激光定位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增强环境感知能力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多机协同调度、WMS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系统对接与数字孪生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样机开发-&gt;测试验证-&gt;</a:t>
            </a:r>
            <a:endParaRPr lang="en-US" sz="9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工程化落地闭环迭代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822960"/>
            <a:ext cx="27432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0F1F3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657600" y="2423160"/>
            <a:ext cx="18288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8CA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恳请各位老师批评指正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智能仓储举升式AGV小车的设计与控制研究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答辩人：王同学  |  齐鲁工业大学 机械学院  |  2026年4月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智能仓储举升式AGV小车的设计与控制研究</dc:title>
  <dc:subject>PptxGenJS Presentation</dc:subject>
  <dc:creator>齐鲁工业大学 机械学院</dc:creator>
  <cp:lastModifiedBy>齐鲁工业大学 机械学院</cp:lastModifiedBy>
  <cp:revision>1</cp:revision>
  <dcterms:created xsi:type="dcterms:W3CDTF">2026-04-29T15:46:14Z</dcterms:created>
  <dcterms:modified xsi:type="dcterms:W3CDTF">2026-04-29T15:46:14Z</dcterms:modified>
</cp:coreProperties>
</file>